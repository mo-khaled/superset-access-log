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377440" cy="2377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B51A4"/>
                </a:solidFill>
                <a:latin typeface="Calibri"/>
              </a:rPr>
              <a:t>Superset Dashboard Access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B3038"/>
                </a:solidFill>
                <a:latin typeface="Calibri"/>
              </a:rPr>
              <a:t>From silent chart timeouts to a measured failure rate and load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26E"/>
                </a:solidFill>
                <a:latin typeface="Calibri"/>
              </a:rPr>
              <a:t>End-to-end pipeline flow  |  Superset, MySQL, Trino, Iceberg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The problem: a silent, intermittent chart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852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B3038"/>
                </a:solidFill>
                <a:latin typeface="Calibri"/>
              </a:rPr>
              <a:t>•  A chart query runs longer than the gunicorn timeout (15s).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3038"/>
                </a:solidFill>
                <a:latin typeface="Calibri"/>
              </a:rPr>
              <a:t>•  Gunicorn kills the worker; the user just sees a generic error.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3038"/>
                </a:solidFill>
                <a:latin typeface="Calibri"/>
              </a:rPr>
              <a:t>•  Superset logs nothing server-side for that request.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3038"/>
                </a:solidFill>
                <a:latin typeface="Calibri"/>
              </a:rPr>
              <a:t>•  The error comes and goes: Redis caches a successful result for 300s.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B3038"/>
                </a:solidFill>
                <a:latin typeface="Calibri"/>
              </a:rPr>
              <a:t>•  Goal: measure, per dashboard, how often charts fail (any cause) and how fast they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82880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B51A4"/>
                </a:solidFill>
                <a:latin typeface="Calibri"/>
              </a:rPr>
              <a:t>User opens dashboard</a:t>
            </a:r>
          </a:p>
          <a:p>
            <a:pPr algn="ctr"/>
            <a:r>
              <a:rPr sz="1200">
                <a:solidFill>
                  <a:srgbClr val="5A626E"/>
                </a:solidFill>
                <a:latin typeface="Calibri"/>
              </a:rPr>
              <a:t>chart query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01752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B51A4"/>
                </a:solidFill>
                <a:latin typeface="Calibri"/>
              </a:rPr>
              <a:t>Query takes 18s</a:t>
            </a:r>
          </a:p>
          <a:p>
            <a:pPr algn="ctr"/>
            <a:r>
              <a:rPr sz="1200">
                <a:solidFill>
                  <a:srgbClr val="5A626E"/>
                </a:solidFill>
                <a:latin typeface="Calibri"/>
              </a:rPr>
              <a:t>gunicorn limit is 15s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206240"/>
            <a:ext cx="4572000" cy="82296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C0392B"/>
                </a:solidFill>
                <a:latin typeface="Calibri"/>
              </a:rPr>
              <a:t>Worker SIGKILLed</a:t>
            </a:r>
          </a:p>
          <a:p>
            <a:pPr algn="ctr"/>
            <a:r>
              <a:rPr sz="1200">
                <a:solidFill>
                  <a:srgbClr val="5A626E"/>
                </a:solidFill>
                <a:latin typeface="Calibri"/>
              </a:rPr>
              <a:t>no Superset log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5394960"/>
            <a:ext cx="4572000" cy="7315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B51A4"/>
                </a:solidFill>
                <a:latin typeface="Calibri"/>
              </a:rPr>
              <a:t>Generic error in browser</a:t>
            </a:r>
          </a:p>
          <a:p>
            <a:pPr algn="ctr"/>
            <a:r>
              <a:rPr sz="1200">
                <a:solidFill>
                  <a:srgbClr val="5A626E"/>
                </a:solidFill>
                <a:latin typeface="Calibri"/>
              </a:rPr>
              <a:t>only the browser knows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651760"/>
            <a:ext cx="0" cy="36576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35440" y="3840480"/>
            <a:ext cx="0" cy="36576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5029200"/>
            <a:ext cx="0" cy="36576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Architecture: two small stacks side by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51A4"/>
                </a:solidFill>
                <a:latin typeface="Calibri"/>
              </a:rPr>
              <a:t>Main stack (docker-compose.yml)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Superset 4.1.4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gunicorn :8089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Postgres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metadata +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92024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Redis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cache + Celery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Pipeline container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ETL + seed + repro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0175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MySQL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raw + facts + dims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0175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Celery worker/beat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51A4"/>
                </a:solidFill>
                <a:latin typeface="Calibri"/>
              </a:rPr>
              <a:t>Lakehouse stand-in (lakehouse/docker-compose.yml)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MinIO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warehouse bucket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6177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Iceberg REST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catalog :8183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61772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Trino 483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SQL :8085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51760" y="5029200"/>
            <a:ext cx="18288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5029200"/>
            <a:ext cx="18288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192024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Lakehouse is a stand-in for the bank's real Iceberg + Trino platform.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connect-pipeline.yml joins pipeline, superset and bootstrap to the lakehouse network.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ICEBERG_SINK_ENABLED switches the Iceberg path 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Superset gets a Trino connection via trino[sqlalchemy].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End-to-end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1  Traffic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browser + seed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69748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23160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2  Superset logs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logs table + stderr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697480"/>
            <a:ext cx="228599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79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3  ETL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sync_logs + ingest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599" y="269748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199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4  Classify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category + signature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19" y="269748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46719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5  Iceberg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MERGE via Trino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2640" y="2697480"/>
            <a:ext cx="228599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21240" y="210312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6  Superset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reliability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run_etl.sh is one cycle, scheduled every 10 minutes: iceberg_init.py, sync_logs.py, then container logs piped into ingest_container_errors.py.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Every write is idempotent (MERGE by key, stable dedupe_key), so re-reads never duplicate rows.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The watermark moves only after every write, including Iceberg, has succeeded.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Log sources and server-side tracing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Superset logs table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read through /api/v1/log/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Browser events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mount_dashboard, load_chart, has_err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3474720" cy="10972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Container stdout/stderr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superset + superset-worker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72237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Superset 4.1.4 browsers write action='log' with json.event_name; the ETL maps these to dashboard_view / chart_view.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FLASK_APP_MUTATOR emits REQTRACE for every request start (pid, user, request id, url).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REQEND marks dashboard/chart requests ending in HTTP 400+; REQEXC marks unhandled exceptions.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A killed request never reaches an end hook, so REQTRACE is the only trace of it.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A gunicorn timeout line carries only a pid; it is joined to that pid's last REQTRACE (max 120s old) to recover user, dashboard and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ETL: incremental, safe, repeatable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sync_logs.py pulls dttm &gt; watermark, starting 24h earlier as a lookback.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A MySQL advisory lock keeps it to a single writer.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Raw JSON lands in raw_log_landing, then dims and fact tables.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Browser load_chart with has_err becomes a fact_error_events row (source=browser).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Reconciliation: if Superset has more rows than the landing table, re-pull once with a warning.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--since and --full force a backfill; the watermark never moves backwards or into the future.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backfill_iceberg.py replays history through the same code and can reclassify old errors.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3038"/>
                </a:solidFill>
                <a:latin typeface="Calibri"/>
              </a:rPr>
              <a:t>•  acceptance_watermark.py tests rows 3h old, 10 days old and tomorrow.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Every failure is stored: category, signature, raw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timeout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worker_failure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64592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164592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query_error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6888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not_found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246888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rate_limit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399" y="246888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data_error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51A4"/>
                </a:solidFill>
                <a:latin typeface="Calibri"/>
              </a:rPr>
              <a:t>client_error / server_error</a:t>
            </a:r>
          </a:p>
          <a:p>
            <a:pPr algn="ctr"/>
            <a:r>
              <a:rPr sz="1000">
                <a:solidFill>
                  <a:srgbClr val="5A626E"/>
                </a:solidFill>
                <a:latin typeface="Calibri"/>
              </a:rPr>
              <a:t>HTTP status fallbacks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383280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FFF4DD"/>
          </a:solidFill>
          <a:ln w="19050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9A6200"/>
                </a:solidFill>
                <a:latin typeface="Calibri"/>
              </a:rPr>
              <a:t>unclassified</a:t>
            </a:r>
          </a:p>
          <a:p>
            <a:pPr algn="ctr"/>
            <a:r>
              <a:rPr sz="1000">
                <a:solidFill>
                  <a:srgbClr val="5A626E"/>
                </a:solidFill>
                <a:latin typeface="Calibri"/>
              </a:rPr>
              <a:t>stored, never dropped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error_classify.py: first matching rule wins; row_category_and_signature() is the single function every writer uses.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Signature = message with numbers, UUIDs, ids, timestamps, IPs and quoted values stripped, so the same cause groups together.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A growing 'unclassified' signature in Top Error Messages is how a new cause gets noticed.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Iceberg tables and the failure-rate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fact_access_events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day(event_ts), duration_ms, is_error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fact_error_events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source, category, signature, message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dim_dashboards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dashboard titles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83464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1B51A4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vw_chart_failure_rate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per day and dashboard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194560"/>
            <a:ext cx="640080" cy="100584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0" y="3291840"/>
            <a:ext cx="640080" cy="9144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14800" y="3566160"/>
            <a:ext cx="640080" cy="82296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Parquet, format v2, MERGE INTO via iceberg_sink.py (2000-row chunks).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chart_loads, rated_loads, failed_loads, server_kills, server_errors.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Permission denials excluded unless AUTHZ_COUNTS_AS_FAILURE.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Future-dated rows excluded.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Superset dashboards and metric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51A4"/>
                </a:solidFill>
                <a:latin typeface="Calibri"/>
              </a:rPr>
              <a:t>Dashboard Reliability and Speed (Trino)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Failure rate: daily / weekly / monthly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Failed vs total chart loads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Failure rate by dashboard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Chart load time and slow loads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Errors by category, Top error messages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Chart Load Errors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51A4"/>
                </a:solidFill>
                <a:latin typeface="Calibri"/>
              </a:rPr>
              <a:t>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Failure rate = SUM(failed_loads) / SUM(rated_loads).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Load time = avg and p95 of browser duration_ms, successful loads only (a timeout always reads ~15s).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Slow-load rate = successful loads above SLOW_LOAD_MS (5000).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A lower bound: the browser reports only while the tab stays open.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Also: Superset Usage Analytics dashboard (MySQL) for views and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Demo: reproducing the intermittent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Open :8089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fails at ~15s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33172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23160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show_evidence.sh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WORKER TIMEOUT, no log row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79" y="233172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79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Run ETL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browser + gunicorn 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233172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199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Open :8090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60s limit, succeeds at 18s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19" y="233172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46719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Refresh :8089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instant (cache hit)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2640" y="2331720"/>
            <a:ext cx="228600" cy="0"/>
          </a:xfrm>
          <a:prstGeom prst="line">
            <a:avLst/>
          </a:prstGeom>
          <a:ln w="25400">
            <a:solidFill>
              <a:srgbClr val="1B51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21240" y="1737360"/>
            <a:ext cx="1645920" cy="11887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B51A4"/>
                </a:solidFill>
                <a:latin typeface="Calibri"/>
              </a:rPr>
              <a:t>After 300s</a:t>
            </a:r>
          </a:p>
          <a:p>
            <a:pPr algn="ctr"/>
            <a:r>
              <a:rPr sz="1100">
                <a:solidFill>
                  <a:srgbClr val="5A626E"/>
                </a:solidFill>
                <a:latin typeface="Calibri"/>
              </a:rPr>
              <a:t>error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11064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Setup: gunicorn timeout 15s, slow dataset sleeps 18s (pg_sleep), chart cache 300s.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The no-limit server uses CACHE_KEY_PREFIX so it does not read the main server's cached 15s browser timeout.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Chart results share the superset_data_ prefix, so a result computed on :8090 is served on :8089.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3038"/>
                </a:solidFill>
                <a:latin typeface="Calibri"/>
              </a:rPr>
              <a:t>•  Teardown: docker rm -f superset-nolimit.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The fix and the lesson: order the timeouts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669280" cy="7315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51A4"/>
                </a:solidFill>
                <a:latin typeface="Calibri"/>
              </a:rPr>
              <a:t>Database statement_timeout (fails first)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06039"/>
            <a:ext cx="5212080" cy="7315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51A4"/>
                </a:solidFill>
                <a:latin typeface="Calibri"/>
              </a:rPr>
              <a:t>gunicorn timeout (15s in the lab)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474720"/>
            <a:ext cx="4754880" cy="7315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51A4"/>
                </a:solidFill>
                <a:latin typeface="Calibri"/>
              </a:rPr>
              <a:t>Proxy / load balancer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343400"/>
            <a:ext cx="4297680" cy="731520"/>
          </a:xfrm>
          <a:prstGeom prst="roundRect">
            <a:avLst>
              <a:gd name="adj" fmla="val 12000"/>
            </a:avLst>
          </a:prstGeom>
          <a:solidFill>
            <a:srgbClr val="E8EFF9"/>
          </a:solidFill>
          <a:ln w="19050">
            <a:solidFill>
              <a:srgbClr val="1B51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1B51A4"/>
                </a:solidFill>
                <a:latin typeface="Calibri"/>
              </a:rPr>
              <a:t>CDN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Fail inside-out: the database should give up first so Superset raises and logs a real exception.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Fix script: intermittent-error/fix/apply_fix.py (not applied in the demo, so the problem stays visible).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gunicorn timeout only applies to sync workers; gthread hides stalls.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Even with the fix, the pipeline keeps the browser-side view, so nothing is silent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051560" cy="1051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457200"/>
            <a:ext cx="256032" cy="109728"/>
          </a:xfrm>
          <a:prstGeom prst="roundRect">
            <a:avLst>
              <a:gd name="adj" fmla="val 50000"/>
            </a:avLst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51A4"/>
                </a:solidFill>
                <a:latin typeface="Calibri"/>
              </a:rPr>
              <a:t>How to run it,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1B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Superset Dashboard Access Log  |  Failure rate &amp; load time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26E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6583680" cy="4480560"/>
          </a:xfrm>
          <a:prstGeom prst="roundRect">
            <a:avLst>
              <a:gd name="adj" fmla="val 4000"/>
            </a:avLst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6309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cp .env.example .env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docker compose -f lakehouse/docker-compose.yml up -d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docker compose -f docker-compose.yml \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   -f lakehouse/connect-pipeline.yml up -d --build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docker compose exec -T pipeline python etl/iceberg_init.py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bash access-log-pipeline/run_etl.sh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docker compose ... run --rm superset-bootstrap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DE6F5"/>
                </a:solidFill>
                <a:latin typeface="Calibri"/>
              </a:rPr>
              <a:t>Superset  http://localhost:8089  (admin/admin)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45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51A4"/>
                </a:solidFill>
                <a:latin typeface="Calibri"/>
              </a:rPr>
              <a:t>Next steps for the bank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206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Confirm Trino version, permissions, TLS.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Decide who owns Iceberg compaction.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Schedule via Kubernetes CronJob or Airflow; alert on etl_sync_state staleness.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Automate container-log shipping (today a manual pipe).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038"/>
                </a:solidFill>
                <a:latin typeface="Calibri"/>
              </a:rPr>
              <a:t>•  Populate source_ip (currently empty).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